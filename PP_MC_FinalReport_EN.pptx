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72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5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Auto-Analysis of
</a:t>
            </a:r>
            <a:pPr indent="0" marL="0">
              <a:lnSpc>
                <a:spcPts val="65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Center
</a:t>
            </a:r>
            <a:pPr indent="0" marL="0">
              <a:lnSpc>
                <a:spcPts val="6500"/>
              </a:lnSpc>
              <a:buNone/>
            </a:pPr>
            <a:r>
              <a:rPr lang="en-US" sz="6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CE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Power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371600" cy="36576"/>
          </a:xfrm>
          <a:prstGeom prst="rect">
            <a:avLst/>
          </a:prstGeom>
          <a:solidFill>
            <a:srgbClr val="F4B23B"/>
          </a:solidFill>
          <a:ln w="12700">
            <a:solidFill>
              <a:srgbClr val="F4B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Sunneteam  ·  Politechnika Wrocławska × Volvo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Yehor Sakovtsev  ·  Yauheniya Drozd  ·  Yahor Andreichykau  ·  Dmytro Zavhorodnii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WRO-BOOST Teams Projects 2026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timeline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7739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sprints, who delivered what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2311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86 000 announcements were unmanageable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alternatives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883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rather than bought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926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approaches — and our choice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vs. Agent, scored and decided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383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6027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pipeline on Power Platform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554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— 9 scoped stages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17739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to update, with global error handling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brain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22311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classification: clean text in, JSON verdict 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2468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6883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all green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2926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edition + handover docs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1455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portable variant and the runbooks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03720" y="3383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next steps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36027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landed, what's hard, what's next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1645920"/>
            <a:ext cx="4572" cy="2194560"/>
          </a:xfrm>
          <a:prstGeom prst="rect">
            <a:avLst/>
          </a:prstGeom>
          <a:solidFill>
            <a:srgbClr val="D8DDE5"/>
          </a:solidFill>
          <a:ln w="12700">
            <a:solidFill>
              <a:srgbClr val="D8DDE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ORGANISATION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responsibilities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Yehor Sakovtsev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67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Team Lead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920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coordination, sprint delivery, workflow patches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Dmytro Zavhorodnii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classification module (Gemma3), error handling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Yauheniya Drozd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Architect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3474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design, glossary, classification criteria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Yahor Andreichykau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Manager / Tester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4251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tests, V&amp;V, regression suite, client reports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983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members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276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5029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build, AI prompt build, Copilot Studio agent configuration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920240"/>
            <a:ext cx="411480" cy="41148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Use Case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Mar – 26 Mar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21 tasks; project description; Use Case diagram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697480"/>
            <a:ext cx="411480" cy="41148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 – 07 May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module (Gemma3); DB ↔ workflow; Jira process refined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3474720"/>
            <a:ext cx="411480" cy="41148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prep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tests; Copilot Studio prep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4251960"/>
            <a:ext cx="411480" cy="41148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3232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+ AI agent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May – 05 Jun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logic finalised; Copilot Studio agent live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5029200"/>
            <a:ext cx="411480" cy="41148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3232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+ docs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58400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Jun – 12 Jun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32320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tests; technical doc, admin guide, glossary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1737360"/>
          </a:xfrm>
          <a:prstGeom prst="rect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86,000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Center records to triage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breaking change in Power Platform is buried in this noise.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slow, inconsistent, error-prone.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874520"/>
            <a:ext cx="2331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PP-related items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category, priority, impact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via AI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full record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on action needed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duplicates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874520"/>
            <a:ext cx="2331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with error handling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(~$0.30/run)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via ALM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secrets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 backlog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 Power 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0" y="1874520"/>
            <a:ext cx="2331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detection, classify, notify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repository, alerts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AI/GenAI on Power Platform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auto-remediation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non-Microsoft services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MARKET RESEARCH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looked at three alternatives. None fit.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D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8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M365 Admin Portal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Message Center manually or via email digests.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 /  WHY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PP filter. No AI triage. Fully manual.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license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8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governance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CoreView · AdminDroid · ENow — broad tenant tooling.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 /  WHY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3931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generic, not PP-specific, no AI classification.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5212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$40k–$60k / year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8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Graph scripts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Service Communications API with code.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 /  WHY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0" y="3931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Code-first. Outside low-code governance. High build &amp; maintenance.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5212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ongoing dev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155448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1D7E4D"/>
          </a:solidFill>
          <a:ln w="12700">
            <a:solidFill>
              <a:srgbClr val="1D7E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811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8116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 + AI Builder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8116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→ AI classify → repository → notify, in-platform.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8116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 /  WHY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281160" y="3931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PP-specific, low-code, low-cost, governed, extensible.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81160" y="5212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28116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~$0.30 per run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AI approaches, scored side by 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1D7E4D"/>
          </a:solidFill>
          <a:ln w="12700">
            <a:solidFill>
              <a:srgbClr val="1D7E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— PRODUCTION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A — AI Builder Prompt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Run-a-Prompt step inside Power Automate. GPT-5 reasoning returns a structured JSON verdict in one shot.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Deterministic, single-shot output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Low cost — ~30 credits / ~6.7 s per run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Simple to embed and version in ALM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Predictable JSON for Parse JSON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— UPGRADE PATH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B — Copilot Studio Agent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2606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autonomous reasoning. Richer output (executive + technical summaries). Higher cost, less deterministic.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38404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Multi-step, autonomous reasoning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Richer output (exec + technical summary)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Extensible: knowledge sources &amp; tools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Higher cost; harder to keep deterministic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338560" y="1956816"/>
            <a:ext cx="365760" cy="365760"/>
          </a:xfrm>
          <a:prstGeom prst="ellipse">
            <a:avLst/>
          </a:prstGeom>
          <a:solidFill>
            <a:srgbClr val="1D7E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338560" y="2459736"/>
            <a:ext cx="365760" cy="365760"/>
          </a:xfrm>
          <a:prstGeom prst="ellipse">
            <a:avLst/>
          </a:prstGeom>
          <a:solidFill>
            <a:srgbClr val="1D7E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338560" y="2962656"/>
            <a:ext cx="365760" cy="365760"/>
          </a:xfrm>
          <a:prstGeom prst="ellipse">
            <a:avLst/>
          </a:prstGeom>
          <a:solidFill>
            <a:srgbClr val="1D7E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338560" y="3465576"/>
            <a:ext cx="365760" cy="36576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3856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338560" y="3968496"/>
            <a:ext cx="365760" cy="36576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856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75520" y="4572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Prompt wins on cost &amp; predictability for production; Agent kept for richer, multi-step analysis.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 — event-driven on Power Platform</a:t>
            </a:r>
            <a:endParaRPr lang="en-US" sz="3200" dirty="0"/>
          </a:p>
        </p:txBody>
      </p:sp>
      <p:pic>
        <p:nvPicPr>
          <p:cNvPr id="4" name="Image 0" descr="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0292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783080"/>
            <a:ext cx="502920" cy="50292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3796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3796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 list MessageCenters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0" y="2286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~86k MC records. ID · Created · Modified · FullMessage (HTML).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862072"/>
            <a:ext cx="502920" cy="50292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37960" y="2770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37960" y="29992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Automate cloud flow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37960" y="33649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item created or modified. 9 scoped stages with a global Try/Catch.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941064"/>
            <a:ext cx="502920" cy="50292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37960" y="38496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37960" y="40782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Builder — Run a Prompt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37960" y="44439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reasoning. HTML → structured JSON verdict in ~6.7 seconds.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5020056"/>
            <a:ext cx="502920" cy="502920"/>
          </a:xfrm>
          <a:prstGeom prst="ellipse">
            <a:avLst/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37960" y="49286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NOTIFY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37960" y="51572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 Admin List + email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37960" y="55229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stored. Email alert only when action is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 — nine scoped stages, one Try/Catch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item created or modified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58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status, clean message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Needs 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gate → terminate on duplicate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Message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644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text via Html-to-Text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Prompt → Parse 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Admin 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270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item with classification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if Action Required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when Status = Open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074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5074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Original Item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276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source as processed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577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57790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scope: log + alert on failure</a:t>
            </a:r>
            <a:endParaRPr lang="en-US" sz="1000" dirty="0"/>
          </a:p>
        </p:txBody>
      </p:sp>
      <p:pic>
        <p:nvPicPr>
          <p:cNvPr id="31" name="Image 0" descr="asse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5448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brain — AI classification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1A2B47"/>
          </a:solidFill>
          <a:ln w="12700">
            <a:solidFill>
              <a:srgbClr val="1A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MC text (HTML stripped)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reasoning  ·  ~6.7 s  ·  ~30 credits per run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"Maintenance",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 "Low",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"impact": "Low",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"actionRequired": false,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"Minor service update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 Dataverse (SAM) → v9.2.24112…",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"actionsTaken": "No action;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monitor Service Health."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554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874520"/>
          <a:ext cx="6217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91440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Auto-close, no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functionality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Store, no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Deprecation / breaking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administrators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/ ambiguous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manual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PP-related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Store, optional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0" y="4937760"/>
            <a:ext cx="6217920" cy="1188720"/>
          </a:xfrm>
          <a:prstGeom prst="roundRect">
            <a:avLst>
              <a:gd name="adj" fmla="val 4615"/>
            </a:avLst>
          </a:prstGeom>
          <a:solidFill>
            <a:srgbClr val="DCE6F4"/>
          </a:solidFill>
          <a:ln w="12700">
            <a:solidFill>
              <a:srgbClr val="3D6CB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50749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0" y="5303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forbids Markdown fences and demands strict JSON. Any deviation triggers the global Error Handling scope — by design.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test scenarios, every one green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7772400" cy="50292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message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Maintenance / Low, no alert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7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message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New Feature, no alert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7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7772400" cy="50292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71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 message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email sent to administrators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7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/ unclear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520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Other, marked for manual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3520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7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7772400" cy="50292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690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gate terminated the run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7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C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617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AI JSON (negative)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617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scope captured the failure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4617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7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0" y="155448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1D7E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1645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86868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passed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0" y="315468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1A2B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3246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6.7s</a:t>
            </a:r>
            <a:endParaRPr lang="en-US" sz="5600" dirty="0"/>
          </a:p>
        </p:txBody>
      </p:sp>
      <p:sp>
        <p:nvSpPr>
          <p:cNvPr id="37" name="Text 35"/>
          <p:cNvSpPr/>
          <p:nvPr/>
        </p:nvSpPr>
        <p:spPr>
          <a:xfrm>
            <a:off x="868680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AI run time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0" y="475488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4846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40" name="Text 38"/>
          <p:cNvSpPr/>
          <p:nvPr/>
        </p:nvSpPr>
        <p:spPr>
          <a:xfrm>
            <a:off x="8686800" y="5715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errors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two lists, one JSON contract</a:t>
            </a:r>
            <a:endParaRPr lang="en-US" sz="3200" dirty="0"/>
          </a:p>
        </p:txBody>
      </p:sp>
      <p:pic>
        <p:nvPicPr>
          <p:cNvPr id="4" name="Image 0" descr="asset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6576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MessageCenters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874520"/>
          <a:ext cx="7132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(PK)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MC announcement ID — dedup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Last-modification 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Multiline (HTML)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MC content, Latin1-encoded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Admin List (AI-enriched repository)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4389120"/>
          <a:ext cx="7132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ID on source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| New Feature | Breaking Change | 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| Medium |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(alert sent) | Closed (auto)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Multiline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1–2 sentence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HANDOVER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Power Platform — Python edition and runbooks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6634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8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RUNTIME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edition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1:1 re-implementation of the cloud flow. Same 9 stages, same JSON contract, same dedup gate, same global error handler.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Runs as Azure Function or scheduled container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Test prompt changes without burning AI credits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MSAL auth to SharePoint via Graph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22/22 pytest scenarios passing (all 6 V&amp;V)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554480"/>
            <a:ext cx="3749040" cy="46634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8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90288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guide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0288" y="2606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day-2 operations, troubleshooting matrix, escalation paths. For Power Platform admins inheriting the solution.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3977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Prerequisites &amp; environment variables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DEV → TEST → PROD with managed solution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Health checks: flow runs, AI credit burn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Replay misclassified items procedure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66176" y="1554480"/>
            <a:ext cx="3749040" cy="46634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8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94776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D6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94776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overview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94776" y="2606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4F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non-technical adoption brief. Outcomes, build-vs-buy, what decisions the customer still needs to make.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94776" y="3977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Cost model: ~$0.30 per announcement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Build vs buy comparison vs $40–60k tools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Decisions: backfill, alert DL, escalation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Next steps: Teams alerts, Power BI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landed, what was hard, 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7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457200" cy="27432"/>
          </a:xfrm>
          <a:prstGeom prst="rect">
            <a:avLst/>
          </a:prstGeom>
          <a:solidFill>
            <a:srgbClr val="1D7E4D"/>
          </a:solidFill>
          <a:ln w="12700">
            <a:solidFill>
              <a:srgbClr val="1D7E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live on Power Platform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classification, repository and notifications operational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concepts built and benchmarked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documentation: technical doc, admin guide, client overview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edition delivered alongside the Power Platform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61688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1688" y="1993392"/>
            <a:ext cx="457200" cy="27432"/>
          </a:xfrm>
          <a:prstGeom prst="rect">
            <a:avLst/>
          </a:prstGeom>
          <a:solidFill>
            <a:srgbClr val="F4B23B"/>
          </a:solidFill>
          <a:ln w="12700">
            <a:solidFill>
              <a:srgbClr val="F4B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1688" y="224028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86k records — deduplication at scale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FullMessage HTML across legacy items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strict JSON out of an LLM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integration without HTTP connectors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AI capability vs. credit cost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66176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NEXT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66176" y="1993392"/>
            <a:ext cx="457200" cy="274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224028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cost &amp; determinism; Agent = reasoning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and scoping discipline pay off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Microsoft Teams alerts integration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Power BI dashboard for leadership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path: Copilot Studio agent for richer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Sunneteam — Politechnika Wrocławska × Volvo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 Message Center Auto-Analysis — Final Report</dc:title>
  <dc:subject>PptxGenJS Presentation</dc:subject>
  <dc:creator>Sunneteam</dc:creator>
  <cp:lastModifiedBy>Sunneteam</cp:lastModifiedBy>
  <cp:revision>1</cp:revision>
  <dcterms:created xsi:type="dcterms:W3CDTF">2026-06-24T20:58:00Z</dcterms:created>
  <dcterms:modified xsi:type="dcterms:W3CDTF">2026-06-24T20:58:00Z</dcterms:modified>
</cp:coreProperties>
</file>